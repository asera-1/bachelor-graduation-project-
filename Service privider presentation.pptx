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12"/>
  </p:notesMasterIdLst>
  <p:sldIdLst>
    <p:sldId id="298" r:id="rId2"/>
    <p:sldId id="300" r:id="rId3"/>
    <p:sldId id="301" r:id="rId4"/>
    <p:sldId id="302" r:id="rId5"/>
    <p:sldId id="303" r:id="rId6"/>
    <p:sldId id="304" r:id="rId7"/>
    <p:sldId id="305" r:id="rId8"/>
    <p:sldId id="299" r:id="rId9"/>
    <p:sldId id="306" r:id="rId10"/>
    <p:sldId id="277" r:id="rId11"/>
  </p:sldIdLst>
  <p:sldSz cx="12192000" cy="6858000"/>
  <p:notesSz cx="6858000" cy="9144000"/>
  <p:embeddedFontLst>
    <p:embeddedFont>
      <p:font typeface="Abril Fatface" panose="02000503000000020003" pitchFamily="2" charset="0"/>
      <p:regular r:id="rId13"/>
    </p:embeddedFont>
    <p:embeddedFont>
      <p:font typeface="Aldrich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alibri Light" panose="020F0302020204030204" pitchFamily="34" charset="0"/>
      <p:regular r:id="rId19"/>
      <p:italic r:id="rId20"/>
    </p:embeddedFont>
    <p:embeddedFont>
      <p:font typeface="Roboto" panose="02000000000000000000" pitchFamily="2" charset="0"/>
      <p:regular r:id="rId21"/>
      <p:bold r:id="rId22"/>
      <p:italic r:id="rId23"/>
      <p:boldItalic r:id="rId24"/>
    </p:embeddedFont>
    <p:embeddedFont>
      <p:font typeface="Roboto Mono" panose="00000009000000000000" pitchFamily="49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96" d="100"/>
          <a:sy n="96" d="100"/>
        </p:scale>
        <p:origin x="178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6579714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a073618e60_0_7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1" name="Google Shape;851;ga073618e60_0_7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5 One column">
  <p:cSld name="CUSTOM_5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/>
          <p:nvPr/>
        </p:nvSpPr>
        <p:spPr>
          <a:xfrm>
            <a:off x="790075" y="890150"/>
            <a:ext cx="9953700" cy="46785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5" name="Google Shape;155;p8"/>
          <p:cNvGrpSpPr/>
          <p:nvPr/>
        </p:nvGrpSpPr>
        <p:grpSpPr>
          <a:xfrm>
            <a:off x="943321" y="1000259"/>
            <a:ext cx="635280" cy="147600"/>
            <a:chOff x="2147366" y="4139382"/>
            <a:chExt cx="635280" cy="147600"/>
          </a:xfrm>
        </p:grpSpPr>
        <p:sp>
          <p:nvSpPr>
            <p:cNvPr id="156" name="Google Shape;156;p8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8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" name="Google Shape;159;p8"/>
          <p:cNvSpPr txBox="1">
            <a:spLocks noGrp="1"/>
          </p:cNvSpPr>
          <p:nvPr>
            <p:ph type="subTitle" idx="1"/>
          </p:nvPr>
        </p:nvSpPr>
        <p:spPr>
          <a:xfrm>
            <a:off x="920475" y="1895300"/>
            <a:ext cx="77940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160" name="Google Shape;160;p8"/>
          <p:cNvSpPr txBox="1">
            <a:spLocks noGrp="1"/>
          </p:cNvSpPr>
          <p:nvPr>
            <p:ph type="title"/>
          </p:nvPr>
        </p:nvSpPr>
        <p:spPr>
          <a:xfrm>
            <a:off x="920475" y="845500"/>
            <a:ext cx="77940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bril Fatface"/>
              <a:buNone/>
              <a:defRPr sz="4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161" name="Google Shape;161;p8"/>
          <p:cNvSpPr txBox="1">
            <a:spLocks noGrp="1"/>
          </p:cNvSpPr>
          <p:nvPr>
            <p:ph type="body" idx="2"/>
          </p:nvPr>
        </p:nvSpPr>
        <p:spPr>
          <a:xfrm>
            <a:off x="920475" y="2555475"/>
            <a:ext cx="7794000" cy="3436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21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21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21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2100"/>
              </a:spcBef>
              <a:spcAft>
                <a:spcPts val="21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8 Custom Layout 1">
  <p:cSld name="CUSTOM_17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0"/>
          <p:cNvSpPr/>
          <p:nvPr/>
        </p:nvSpPr>
        <p:spPr>
          <a:xfrm>
            <a:off x="1136725" y="1089750"/>
            <a:ext cx="6930600" cy="4678500"/>
          </a:xfrm>
          <a:prstGeom prst="roundRect">
            <a:avLst>
              <a:gd name="adj" fmla="val 3539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2" name="Google Shape;352;p20"/>
          <p:cNvGrpSpPr/>
          <p:nvPr/>
        </p:nvGrpSpPr>
        <p:grpSpPr>
          <a:xfrm>
            <a:off x="1272396" y="1199859"/>
            <a:ext cx="635280" cy="147600"/>
            <a:chOff x="2147366" y="4139382"/>
            <a:chExt cx="635280" cy="147600"/>
          </a:xfrm>
        </p:grpSpPr>
        <p:sp>
          <p:nvSpPr>
            <p:cNvPr id="353" name="Google Shape;353;p20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20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20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6" name="Google Shape;356;p20"/>
          <p:cNvSpPr/>
          <p:nvPr/>
        </p:nvSpPr>
        <p:spPr>
          <a:xfrm>
            <a:off x="7069175" y="2221325"/>
            <a:ext cx="3948000" cy="2916900"/>
          </a:xfrm>
          <a:prstGeom prst="roundRect">
            <a:avLst>
              <a:gd name="adj" fmla="val 6604"/>
            </a:avLst>
          </a:prstGeom>
          <a:solidFill>
            <a:schemeClr val="lt2"/>
          </a:solidFill>
          <a:ln>
            <a:noFill/>
          </a:ln>
          <a:effectLst>
            <a:outerShdw blurRad="63500" sx="102000" sy="102000" algn="ctr" rotWithShape="0">
              <a:srgbClr val="000000">
                <a:alpha val="98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0"/>
          <p:cNvSpPr/>
          <p:nvPr/>
        </p:nvSpPr>
        <p:spPr>
          <a:xfrm>
            <a:off x="7069175" y="2221325"/>
            <a:ext cx="3948000" cy="2916900"/>
          </a:xfrm>
          <a:prstGeom prst="roundRect">
            <a:avLst>
              <a:gd name="adj" fmla="val 6604"/>
            </a:avLst>
          </a:prstGeom>
          <a:solidFill>
            <a:srgbClr val="000000">
              <a:alpha val="131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8" name="Google Shape;358;p20"/>
          <p:cNvGrpSpPr/>
          <p:nvPr/>
        </p:nvGrpSpPr>
        <p:grpSpPr>
          <a:xfrm>
            <a:off x="7242946" y="2331434"/>
            <a:ext cx="635280" cy="147600"/>
            <a:chOff x="2147366" y="4139382"/>
            <a:chExt cx="635280" cy="147600"/>
          </a:xfrm>
        </p:grpSpPr>
        <p:sp>
          <p:nvSpPr>
            <p:cNvPr id="359" name="Google Shape;359;p20"/>
            <p:cNvSpPr/>
            <p:nvPr/>
          </p:nvSpPr>
          <p:spPr>
            <a:xfrm>
              <a:off x="2147366" y="4139382"/>
              <a:ext cx="147600" cy="1476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20"/>
            <p:cNvSpPr/>
            <p:nvPr/>
          </p:nvSpPr>
          <p:spPr>
            <a:xfrm>
              <a:off x="2391206" y="4139382"/>
              <a:ext cx="147600" cy="1476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20"/>
            <p:cNvSpPr/>
            <p:nvPr/>
          </p:nvSpPr>
          <p:spPr>
            <a:xfrm>
              <a:off x="2635046" y="4139382"/>
              <a:ext cx="147600" cy="1476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2" name="Google Shape;362;p20"/>
          <p:cNvSpPr txBox="1">
            <a:spLocks noGrp="1"/>
          </p:cNvSpPr>
          <p:nvPr>
            <p:ph type="subTitle" idx="1"/>
          </p:nvPr>
        </p:nvSpPr>
        <p:spPr>
          <a:xfrm>
            <a:off x="1499300" y="4082675"/>
            <a:ext cx="5873400" cy="717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1pPr>
            <a:lvl2pPr lvl="1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rtl="0">
              <a:spcBef>
                <a:spcPts val="210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rtl="0">
              <a:spcBef>
                <a:spcPts val="2100"/>
              </a:spcBef>
              <a:spcAft>
                <a:spcPts val="210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363" name="Google Shape;363;p20"/>
          <p:cNvSpPr txBox="1">
            <a:spLocks noGrp="1"/>
          </p:cNvSpPr>
          <p:nvPr>
            <p:ph type="title"/>
          </p:nvPr>
        </p:nvSpPr>
        <p:spPr>
          <a:xfrm>
            <a:off x="1499300" y="1557075"/>
            <a:ext cx="5873400" cy="2446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Aldrich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bril Fatface"/>
              <a:buNone/>
              <a:defRPr sz="8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>
            <a:endParaRPr/>
          </a:p>
        </p:txBody>
      </p:sp>
      <p:sp>
        <p:nvSpPr>
          <p:cNvPr id="364" name="Google Shape;364;p20"/>
          <p:cNvSpPr txBox="1">
            <a:spLocks noGrp="1"/>
          </p:cNvSpPr>
          <p:nvPr>
            <p:ph type="body" idx="2"/>
          </p:nvPr>
        </p:nvSpPr>
        <p:spPr>
          <a:xfrm>
            <a:off x="7372700" y="3014400"/>
            <a:ext cx="3167700" cy="1068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sz="4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1pPr>
            <a:lvl2pPr marL="914400" lvl="1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2pPr>
            <a:lvl3pPr marL="1371600" lvl="2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3pPr>
            <a:lvl4pPr marL="1828800" lvl="3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4pPr>
            <a:lvl5pPr marL="2286000" lvl="4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5pPr>
            <a:lvl6pPr marL="2743200" lvl="5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■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6pPr>
            <a:lvl7pPr marL="3200400" lvl="6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●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7pPr>
            <a:lvl8pPr marL="3657600" lvl="7" indent="-3429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Mono"/>
              <a:buChar char="○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8pPr>
            <a:lvl9pPr marL="4114800" lvl="8" indent="-34290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800"/>
              <a:buFont typeface="Roboto Mono"/>
              <a:buChar char="■"/>
              <a:defRPr sz="1800">
                <a:solidFill>
                  <a:schemeClr val="dk2"/>
                </a:solidFill>
                <a:latin typeface="Roboto Mono"/>
                <a:ea typeface="Roboto Mono"/>
                <a:cs typeface="Roboto Mono"/>
                <a:sym typeface="Roboto Mon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 rot="5400000">
            <a:off x="-462658" y="6119355"/>
            <a:ext cx="1131345" cy="114589"/>
          </a:xfrm>
          <a:custGeom>
            <a:avLst/>
            <a:gdLst/>
            <a:ahLst/>
            <a:cxnLst/>
            <a:rect l="l" t="t" r="r" b="b"/>
            <a:pathLst>
              <a:path w="919793" h="87640" extrusionOk="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" name="Google Shape;10;p1"/>
          <p:cNvGrpSpPr/>
          <p:nvPr/>
        </p:nvGrpSpPr>
        <p:grpSpPr>
          <a:xfrm>
            <a:off x="-54500" y="2918637"/>
            <a:ext cx="12245912" cy="3938882"/>
            <a:chOff x="4435" y="7748593"/>
            <a:chExt cx="12182563" cy="5161009"/>
          </a:xfrm>
        </p:grpSpPr>
        <p:sp>
          <p:nvSpPr>
            <p:cNvPr id="11" name="Google Shape;11;p1"/>
            <p:cNvSpPr/>
            <p:nvPr/>
          </p:nvSpPr>
          <p:spPr>
            <a:xfrm>
              <a:off x="4435" y="7748593"/>
              <a:ext cx="12182563" cy="5161009"/>
            </a:xfrm>
            <a:custGeom>
              <a:avLst/>
              <a:gdLst/>
              <a:ahLst/>
              <a:cxnLst/>
              <a:rect l="l" t="t" r="r" b="b"/>
              <a:pathLst>
                <a:path w="12182563" h="5161009" extrusionOk="0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7454" y="7872778"/>
              <a:ext cx="12179449" cy="4973808"/>
            </a:xfrm>
            <a:custGeom>
              <a:avLst/>
              <a:gdLst/>
              <a:ahLst/>
              <a:cxnLst/>
              <a:rect l="l" t="t" r="r" b="b"/>
              <a:pathLst>
                <a:path w="12179449" h="4973808" extrusionOk="0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10568" y="7997057"/>
              <a:ext cx="12176240" cy="4787302"/>
            </a:xfrm>
            <a:custGeom>
              <a:avLst/>
              <a:gdLst/>
              <a:ahLst/>
              <a:cxnLst/>
              <a:rect l="l" t="t" r="r" b="b"/>
              <a:pathLst>
                <a:path w="12176240" h="4787302" extrusionOk="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13588" y="8121525"/>
              <a:ext cx="12172938" cy="4601569"/>
            </a:xfrm>
            <a:custGeom>
              <a:avLst/>
              <a:gdLst/>
              <a:ahLst/>
              <a:cxnLst/>
              <a:rect l="l" t="t" r="r" b="b"/>
              <a:pathLst>
                <a:path w="12172938" h="4601569" extrusionOk="0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16608" y="8245804"/>
              <a:ext cx="12170106" cy="4416557"/>
            </a:xfrm>
            <a:custGeom>
              <a:avLst/>
              <a:gdLst/>
              <a:ahLst/>
              <a:cxnLst/>
              <a:rect l="l" t="t" r="r" b="b"/>
              <a:pathLst>
                <a:path w="12170106" h="4416557" extrusionOk="0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19722" y="8370178"/>
              <a:ext cx="12166615" cy="4232536"/>
            </a:xfrm>
            <a:custGeom>
              <a:avLst/>
              <a:gdLst/>
              <a:ahLst/>
              <a:cxnLst/>
              <a:rect l="l" t="t" r="r" b="b"/>
              <a:pathLst>
                <a:path w="12166615" h="4232536" extrusionOk="0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22742" y="8494551"/>
              <a:ext cx="12163690" cy="4049276"/>
            </a:xfrm>
            <a:custGeom>
              <a:avLst/>
              <a:gdLst/>
              <a:ahLst/>
              <a:cxnLst/>
              <a:rect l="l" t="t" r="r" b="b"/>
              <a:pathLst>
                <a:path w="12163690" h="4049276" extrusionOk="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25761" y="8618736"/>
              <a:ext cx="12160387" cy="3867222"/>
            </a:xfrm>
            <a:custGeom>
              <a:avLst/>
              <a:gdLst/>
              <a:ahLst/>
              <a:cxnLst/>
              <a:rect l="l" t="t" r="r" b="b"/>
              <a:pathLst>
                <a:path w="12160387" h="3867222" extrusionOk="0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28781" y="8743109"/>
              <a:ext cx="12157084" cy="3686107"/>
            </a:xfrm>
            <a:custGeom>
              <a:avLst/>
              <a:gdLst/>
              <a:ahLst/>
              <a:cxnLst/>
              <a:rect l="l" t="t" r="r" b="b"/>
              <a:pathLst>
                <a:path w="12157084" h="3686107" extrusionOk="0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31895" y="8867766"/>
              <a:ext cx="12153970" cy="3505951"/>
            </a:xfrm>
            <a:custGeom>
              <a:avLst/>
              <a:gdLst/>
              <a:ahLst/>
              <a:cxnLst/>
              <a:rect l="l" t="t" r="r" b="b"/>
              <a:pathLst>
                <a:path w="12153970" h="3505951" extrusionOk="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34915" y="8991762"/>
              <a:ext cx="12151139" cy="3327091"/>
            </a:xfrm>
            <a:custGeom>
              <a:avLst/>
              <a:gdLst/>
              <a:ahLst/>
              <a:cxnLst/>
              <a:rect l="l" t="t" r="r" b="b"/>
              <a:pathLst>
                <a:path w="12151139" h="3327091" extrusionOk="0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37934" y="9116230"/>
              <a:ext cx="12147742" cy="3149423"/>
            </a:xfrm>
            <a:custGeom>
              <a:avLst/>
              <a:gdLst/>
              <a:ahLst/>
              <a:cxnLst/>
              <a:rect l="l" t="t" r="r" b="b"/>
              <a:pathLst>
                <a:path w="12147742" h="3149423" extrusionOk="0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40954" y="9240698"/>
              <a:ext cx="12144534" cy="2972959"/>
            </a:xfrm>
            <a:custGeom>
              <a:avLst/>
              <a:gdLst/>
              <a:ahLst/>
              <a:cxnLst/>
              <a:rect l="l" t="t" r="r" b="b"/>
              <a:pathLst>
                <a:path w="12144534" h="2972959" extrusionOk="0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44068" y="9364883"/>
              <a:ext cx="12141514" cy="2797895"/>
            </a:xfrm>
            <a:custGeom>
              <a:avLst/>
              <a:gdLst/>
              <a:ahLst/>
              <a:cxnLst/>
              <a:rect l="l" t="t" r="r" b="b"/>
              <a:pathLst>
                <a:path w="12141514" h="2797895" extrusionOk="0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47088" y="9489162"/>
              <a:ext cx="12138212" cy="2624367"/>
            </a:xfrm>
            <a:custGeom>
              <a:avLst/>
              <a:gdLst/>
              <a:ahLst/>
              <a:cxnLst/>
              <a:rect l="l" t="t" r="r" b="b"/>
              <a:pathLst>
                <a:path w="12138212" h="2624367" extrusionOk="0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50107" y="9613818"/>
              <a:ext cx="12135097" cy="2452279"/>
            </a:xfrm>
            <a:custGeom>
              <a:avLst/>
              <a:gdLst/>
              <a:ahLst/>
              <a:cxnLst/>
              <a:rect l="l" t="t" r="r" b="b"/>
              <a:pathLst>
                <a:path w="12135097" h="2452279" extrusionOk="0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53127" y="9577110"/>
              <a:ext cx="12131983" cy="2442840"/>
            </a:xfrm>
            <a:custGeom>
              <a:avLst/>
              <a:gdLst/>
              <a:ahLst/>
              <a:cxnLst/>
              <a:rect l="l" t="t" r="r" b="b"/>
              <a:pathLst>
                <a:path w="12131983" h="2442840" extrusionOk="0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56241" y="9459625"/>
              <a:ext cx="12128775" cy="2516043"/>
            </a:xfrm>
            <a:custGeom>
              <a:avLst/>
              <a:gdLst/>
              <a:ahLst/>
              <a:cxnLst/>
              <a:rect l="l" t="t" r="r" b="b"/>
              <a:pathLst>
                <a:path w="12128775" h="2516043" extrusionOk="0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59261" y="9342141"/>
              <a:ext cx="12125566" cy="2591074"/>
            </a:xfrm>
            <a:custGeom>
              <a:avLst/>
              <a:gdLst/>
              <a:ahLst/>
              <a:cxnLst/>
              <a:rect l="l" t="t" r="r" b="b"/>
              <a:pathLst>
                <a:path w="12125566" h="2591074" extrusionOk="0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1"/>
            <p:cNvSpPr/>
            <p:nvPr/>
          </p:nvSpPr>
          <p:spPr>
            <a:xfrm>
              <a:off x="62281" y="9224656"/>
              <a:ext cx="12122358" cy="2668023"/>
            </a:xfrm>
            <a:custGeom>
              <a:avLst/>
              <a:gdLst/>
              <a:ahLst/>
              <a:cxnLst/>
              <a:rect l="l" t="t" r="r" b="b"/>
              <a:pathLst>
                <a:path w="12122358" h="2668023" extrusionOk="0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1"/>
            <p:cNvSpPr/>
            <p:nvPr/>
          </p:nvSpPr>
          <p:spPr>
            <a:xfrm>
              <a:off x="65300" y="9107171"/>
              <a:ext cx="12119338" cy="2747422"/>
            </a:xfrm>
            <a:custGeom>
              <a:avLst/>
              <a:gdLst/>
              <a:ahLst/>
              <a:cxnLst/>
              <a:rect l="l" t="t" r="r" b="b"/>
              <a:pathLst>
                <a:path w="12119338" h="2747422" extrusionOk="0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1"/>
            <p:cNvSpPr/>
            <p:nvPr/>
          </p:nvSpPr>
          <p:spPr>
            <a:xfrm>
              <a:off x="68414" y="8989686"/>
              <a:ext cx="12116129" cy="2829481"/>
            </a:xfrm>
            <a:custGeom>
              <a:avLst/>
              <a:gdLst/>
              <a:ahLst/>
              <a:cxnLst/>
              <a:rect l="l" t="t" r="r" b="b"/>
              <a:pathLst>
                <a:path w="12116129" h="2829481" extrusionOk="0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1"/>
            <p:cNvSpPr/>
            <p:nvPr/>
          </p:nvSpPr>
          <p:spPr>
            <a:xfrm>
              <a:off x="71434" y="8872107"/>
              <a:ext cx="12112827" cy="2914508"/>
            </a:xfrm>
            <a:custGeom>
              <a:avLst/>
              <a:gdLst/>
              <a:ahLst/>
              <a:cxnLst/>
              <a:rect l="l" t="t" r="r" b="b"/>
              <a:pathLst>
                <a:path w="12112827" h="2914508" extrusionOk="0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1"/>
            <p:cNvSpPr/>
            <p:nvPr/>
          </p:nvSpPr>
          <p:spPr>
            <a:xfrm>
              <a:off x="74454" y="8754622"/>
              <a:ext cx="12109619" cy="3002639"/>
            </a:xfrm>
            <a:custGeom>
              <a:avLst/>
              <a:gdLst/>
              <a:ahLst/>
              <a:cxnLst/>
              <a:rect l="l" t="t" r="r" b="b"/>
              <a:pathLst>
                <a:path w="12109619" h="3002639" extrusionOk="0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77473" y="8637137"/>
              <a:ext cx="12106316" cy="3093666"/>
            </a:xfrm>
            <a:custGeom>
              <a:avLst/>
              <a:gdLst/>
              <a:ahLst/>
              <a:cxnLst/>
              <a:rect l="l" t="t" r="r" b="b"/>
              <a:pathLst>
                <a:path w="12106316" h="3093666" extrusionOk="0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1"/>
            <p:cNvSpPr/>
            <p:nvPr/>
          </p:nvSpPr>
          <p:spPr>
            <a:xfrm>
              <a:off x="80587" y="8519652"/>
              <a:ext cx="12103296" cy="3188282"/>
            </a:xfrm>
            <a:custGeom>
              <a:avLst/>
              <a:gdLst/>
              <a:ahLst/>
              <a:cxnLst/>
              <a:rect l="l" t="t" r="r" b="b"/>
              <a:pathLst>
                <a:path w="12103296" h="3188282" extrusionOk="0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1"/>
            <p:cNvSpPr/>
            <p:nvPr/>
          </p:nvSpPr>
          <p:spPr>
            <a:xfrm>
              <a:off x="83607" y="8402168"/>
              <a:ext cx="12100277" cy="3285815"/>
            </a:xfrm>
            <a:custGeom>
              <a:avLst/>
              <a:gdLst/>
              <a:ahLst/>
              <a:cxnLst/>
              <a:rect l="l" t="t" r="r" b="b"/>
              <a:pathLst>
                <a:path w="12100277" h="3285815" extrusionOk="0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1"/>
            <p:cNvSpPr/>
            <p:nvPr/>
          </p:nvSpPr>
          <p:spPr>
            <a:xfrm>
              <a:off x="86627" y="8284683"/>
              <a:ext cx="12097068" cy="3387087"/>
            </a:xfrm>
            <a:custGeom>
              <a:avLst/>
              <a:gdLst/>
              <a:ahLst/>
              <a:cxnLst/>
              <a:rect l="l" t="t" r="r" b="b"/>
              <a:pathLst>
                <a:path w="12097068" h="3387087" extrusionOk="0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1"/>
            <p:cNvSpPr/>
            <p:nvPr/>
          </p:nvSpPr>
          <p:spPr>
            <a:xfrm>
              <a:off x="89647" y="8167104"/>
              <a:ext cx="12093859" cy="3491821"/>
            </a:xfrm>
            <a:custGeom>
              <a:avLst/>
              <a:gdLst/>
              <a:ahLst/>
              <a:cxnLst/>
              <a:rect l="l" t="t" r="r" b="b"/>
              <a:pathLst>
                <a:path w="12093859" h="3491821" extrusionOk="0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1"/>
            <p:cNvSpPr/>
            <p:nvPr/>
          </p:nvSpPr>
          <p:spPr>
            <a:xfrm>
              <a:off x="92761" y="8049619"/>
              <a:ext cx="12090651" cy="3600743"/>
            </a:xfrm>
            <a:custGeom>
              <a:avLst/>
              <a:gdLst/>
              <a:ahLst/>
              <a:cxnLst/>
              <a:rect l="l" t="t" r="r" b="b"/>
              <a:pathLst>
                <a:path w="12090651" h="3600743" extrusionOk="0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1"/>
            <p:cNvSpPr/>
            <p:nvPr/>
          </p:nvSpPr>
          <p:spPr>
            <a:xfrm>
              <a:off x="95780" y="7932134"/>
              <a:ext cx="12087631" cy="3713953"/>
            </a:xfrm>
            <a:custGeom>
              <a:avLst/>
              <a:gdLst/>
              <a:ahLst/>
              <a:cxnLst/>
              <a:rect l="l" t="t" r="r" b="b"/>
              <a:pathLst>
                <a:path w="12087631" h="3713953" extrusionOk="0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1"/>
            <p:cNvSpPr/>
            <p:nvPr/>
          </p:nvSpPr>
          <p:spPr>
            <a:xfrm>
              <a:off x="98800" y="7814649"/>
              <a:ext cx="12084423" cy="3831239"/>
            </a:xfrm>
            <a:custGeom>
              <a:avLst/>
              <a:gdLst/>
              <a:ahLst/>
              <a:cxnLst/>
              <a:rect l="l" t="t" r="r" b="b"/>
              <a:pathLst>
                <a:path w="12084423" h="3831239" extrusionOk="0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66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890883" y="1256982"/>
            <a:ext cx="9883133" cy="3789981"/>
          </a:xfrm>
        </p:spPr>
        <p:txBody>
          <a:bodyPr>
            <a:normAutofit/>
          </a:bodyPr>
          <a:lstStyle/>
          <a:p>
            <a:pPr marL="114300" lvl="0" indent="0" algn="ctr">
              <a:buNone/>
            </a:pPr>
            <a:r>
              <a:rPr lang="en-GB" dirty="0"/>
              <a:t>           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EDAE6A-E8C3-CE0F-955B-92F820DAF122}"/>
              </a:ext>
            </a:extLst>
          </p:cNvPr>
          <p:cNvSpPr txBox="1"/>
          <p:nvPr/>
        </p:nvSpPr>
        <p:spPr>
          <a:xfrm>
            <a:off x="1137037" y="61287"/>
            <a:ext cx="92473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Service provider part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47614B-9410-422F-462C-AFFB3E289ACE}"/>
              </a:ext>
            </a:extLst>
          </p:cNvPr>
          <p:cNvSpPr txBox="1"/>
          <p:nvPr/>
        </p:nvSpPr>
        <p:spPr>
          <a:xfrm>
            <a:off x="779228" y="1256982"/>
            <a:ext cx="9994788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					</a:t>
            </a:r>
            <a:r>
              <a:rPr lang="en-US" sz="2400" dirty="0">
                <a:solidFill>
                  <a:srgbClr val="FFFF00"/>
                </a:solidFill>
              </a:rPr>
              <a:t>Agenda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1"/>
                </a:solidFill>
              </a:rPr>
              <a:t>Introduction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1"/>
                </a:solidFill>
              </a:rPr>
              <a:t>Requirements to design service provider network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1"/>
                </a:solidFill>
              </a:rPr>
              <a:t>Architecture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1"/>
                </a:solidFill>
              </a:rPr>
              <a:t>Neighborship attitude </a:t>
            </a:r>
          </a:p>
          <a:p>
            <a:endParaRPr lang="en-US" sz="1800" dirty="0">
              <a:solidFill>
                <a:schemeClr val="tx1"/>
              </a:solidFill>
            </a:endParaRPr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1"/>
                </a:solidFill>
              </a:rPr>
              <a:t>Implemented protocols and features</a:t>
            </a:r>
          </a:p>
          <a:p>
            <a:pPr marL="285750" lvl="1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tx1"/>
              </a:solidFill>
            </a:endParaRPr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1"/>
                </a:solidFill>
              </a:rPr>
              <a:t>Testing and Assurance </a:t>
            </a:r>
          </a:p>
          <a:p>
            <a:pPr marL="285750" lvl="1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</a:endParaRPr>
          </a:p>
          <a:p>
            <a:pPr marL="285750" lvl="1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852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890883" y="1256982"/>
            <a:ext cx="9883133" cy="3789981"/>
          </a:xfrm>
        </p:spPr>
        <p:txBody>
          <a:bodyPr>
            <a:normAutofit/>
          </a:bodyPr>
          <a:lstStyle/>
          <a:p>
            <a:pPr marL="114300" lvl="0" indent="0" algn="ctr">
              <a:buNone/>
            </a:pPr>
            <a:r>
              <a:rPr lang="en-GB" dirty="0"/>
              <a:t>           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EDAE6A-E8C3-CE0F-955B-92F820DAF122}"/>
              </a:ext>
            </a:extLst>
          </p:cNvPr>
          <p:cNvSpPr txBox="1"/>
          <p:nvPr/>
        </p:nvSpPr>
        <p:spPr>
          <a:xfrm>
            <a:off x="1137037" y="61287"/>
            <a:ext cx="92473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Service provider part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8408E-5F7E-24A3-07DF-9B9784489C02}"/>
              </a:ext>
            </a:extLst>
          </p:cNvPr>
          <p:cNvSpPr txBox="1"/>
          <p:nvPr/>
        </p:nvSpPr>
        <p:spPr>
          <a:xfrm>
            <a:off x="803082" y="1176793"/>
            <a:ext cx="9883133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				          </a:t>
            </a:r>
            <a:r>
              <a:rPr lang="en-US" sz="2000" dirty="0">
                <a:solidFill>
                  <a:srgbClr val="FFFF00"/>
                </a:solidFill>
              </a:rPr>
              <a:t>Introduction</a:t>
            </a:r>
          </a:p>
          <a:p>
            <a:endParaRPr lang="en-US" sz="2000" dirty="0">
              <a:solidFill>
                <a:srgbClr val="FFFF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2"/>
                </a:solidFill>
              </a:rPr>
              <a:t>The definition of service provider.</a:t>
            </a:r>
          </a:p>
          <a:p>
            <a:r>
              <a:rPr lang="en-US" sz="1800" dirty="0">
                <a:solidFill>
                  <a:schemeClr val="bg2"/>
                </a:solidFill>
              </a:rPr>
              <a:t>	</a:t>
            </a:r>
          </a:p>
          <a:p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2"/>
                </a:solidFill>
              </a:rPr>
              <a:t>What is the difference between ISP and SP 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2"/>
                </a:solidFill>
              </a:rPr>
              <a:t>What is the difference between Private public WAN 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FFFF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004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890883" y="1256982"/>
            <a:ext cx="9883133" cy="3789981"/>
          </a:xfrm>
        </p:spPr>
        <p:txBody>
          <a:bodyPr>
            <a:normAutofit/>
          </a:bodyPr>
          <a:lstStyle/>
          <a:p>
            <a:pPr marL="114300" lvl="0" indent="0" algn="ctr">
              <a:buNone/>
            </a:pPr>
            <a:r>
              <a:rPr lang="en-GB" dirty="0"/>
              <a:t>           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EDAE6A-E8C3-CE0F-955B-92F820DAF122}"/>
              </a:ext>
            </a:extLst>
          </p:cNvPr>
          <p:cNvSpPr txBox="1"/>
          <p:nvPr/>
        </p:nvSpPr>
        <p:spPr>
          <a:xfrm>
            <a:off x="1137037" y="61287"/>
            <a:ext cx="92473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Service provider part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8408E-5F7E-24A3-07DF-9B9784489C02}"/>
              </a:ext>
            </a:extLst>
          </p:cNvPr>
          <p:cNvSpPr txBox="1"/>
          <p:nvPr/>
        </p:nvSpPr>
        <p:spPr>
          <a:xfrm>
            <a:off x="803082" y="1176793"/>
            <a:ext cx="9883133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			       </a:t>
            </a:r>
            <a:r>
              <a:rPr lang="en-US" sz="2400" dirty="0">
                <a:solidFill>
                  <a:srgbClr val="FFFF00"/>
                </a:solidFill>
              </a:rPr>
              <a:t>Design</a:t>
            </a:r>
            <a:r>
              <a:rPr lang="en-US" sz="2800" dirty="0">
                <a:solidFill>
                  <a:srgbClr val="FFFF00"/>
                </a:solidFill>
              </a:rPr>
              <a:t> </a:t>
            </a:r>
            <a:r>
              <a:rPr lang="en-US" sz="2400" dirty="0">
                <a:solidFill>
                  <a:srgbClr val="FFFF00"/>
                </a:solidFill>
              </a:rPr>
              <a:t>Requirements</a:t>
            </a:r>
            <a:endParaRPr lang="en-US" sz="2000" dirty="0">
              <a:solidFill>
                <a:srgbClr val="FFFF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2"/>
                </a:solidFill>
              </a:rPr>
              <a:t>Performance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2"/>
                </a:solidFill>
              </a:rPr>
              <a:t>Scalability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2"/>
                </a:solidFill>
              </a:rPr>
              <a:t>Availability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 err="1">
                <a:solidFill>
                  <a:schemeClr val="bg2"/>
                </a:solidFill>
              </a:rPr>
              <a:t>Qos</a:t>
            </a:r>
            <a:endParaRPr lang="en-US" sz="1800" dirty="0">
              <a:solidFill>
                <a:schemeClr val="bg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2"/>
                </a:solidFill>
              </a:rPr>
              <a:t>Manageability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2"/>
                </a:solidFill>
              </a:rPr>
              <a:t>Security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FFFF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FFFF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FFFF00"/>
              </a:solidFill>
            </a:endParaRPr>
          </a:p>
          <a:p>
            <a:endParaRPr lang="en-US" sz="2000" dirty="0">
              <a:solidFill>
                <a:srgbClr val="FFFF00"/>
              </a:solidFill>
            </a:endParaRPr>
          </a:p>
          <a:p>
            <a:r>
              <a:rPr lang="en-US" sz="1800" dirty="0">
                <a:solidFill>
                  <a:schemeClr val="bg2"/>
                </a:solidFill>
              </a:rPr>
              <a:t>	</a:t>
            </a:r>
          </a:p>
          <a:p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FFFF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316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890883" y="1256982"/>
            <a:ext cx="9883133" cy="3789981"/>
          </a:xfrm>
        </p:spPr>
        <p:txBody>
          <a:bodyPr>
            <a:normAutofit/>
          </a:bodyPr>
          <a:lstStyle/>
          <a:p>
            <a:pPr marL="114300" lvl="0" indent="0" algn="ctr">
              <a:buNone/>
            </a:pPr>
            <a:r>
              <a:rPr lang="en-GB" dirty="0"/>
              <a:t>           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EDAE6A-E8C3-CE0F-955B-92F820DAF122}"/>
              </a:ext>
            </a:extLst>
          </p:cNvPr>
          <p:cNvSpPr txBox="1"/>
          <p:nvPr/>
        </p:nvSpPr>
        <p:spPr>
          <a:xfrm>
            <a:off x="1137037" y="61287"/>
            <a:ext cx="92473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Service provider part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8408E-5F7E-24A3-07DF-9B9784489C02}"/>
              </a:ext>
            </a:extLst>
          </p:cNvPr>
          <p:cNvSpPr txBox="1"/>
          <p:nvPr/>
        </p:nvSpPr>
        <p:spPr>
          <a:xfrm>
            <a:off x="803082" y="1176793"/>
            <a:ext cx="9883133" cy="8032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			      	        </a:t>
            </a:r>
            <a:r>
              <a:rPr lang="en-US" sz="2400" dirty="0">
                <a:solidFill>
                  <a:srgbClr val="FFFF00"/>
                </a:solidFill>
              </a:rPr>
              <a:t>Architecture </a:t>
            </a:r>
            <a:endParaRPr lang="en-US" sz="2000" dirty="0">
              <a:solidFill>
                <a:srgbClr val="FFFF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2"/>
                </a:solidFill>
              </a:rPr>
              <a:t>Provider routers ( router reflector )</a:t>
            </a:r>
          </a:p>
          <a:p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P1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P2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2"/>
                </a:solidFill>
              </a:rPr>
              <a:t>Provider edge routers </a:t>
            </a:r>
          </a:p>
          <a:p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PE1_Cairo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PE2_Alex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PE3_Aswan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FFFF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FFFF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FFFF00"/>
              </a:solidFill>
            </a:endParaRPr>
          </a:p>
          <a:p>
            <a:endParaRPr lang="en-US" sz="2000" dirty="0">
              <a:solidFill>
                <a:srgbClr val="FFFF00"/>
              </a:solidFill>
            </a:endParaRPr>
          </a:p>
          <a:p>
            <a:r>
              <a:rPr lang="en-US" sz="1800" dirty="0">
                <a:solidFill>
                  <a:schemeClr val="bg2"/>
                </a:solidFill>
              </a:rPr>
              <a:t>	</a:t>
            </a:r>
          </a:p>
          <a:p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FFFF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66C04C-80EC-FC94-2747-2369D23E2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458" y="952107"/>
            <a:ext cx="5489542" cy="5769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074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890883" y="1256982"/>
            <a:ext cx="9883133" cy="3789981"/>
          </a:xfrm>
        </p:spPr>
        <p:txBody>
          <a:bodyPr>
            <a:normAutofit/>
          </a:bodyPr>
          <a:lstStyle/>
          <a:p>
            <a:pPr marL="114300" lvl="0" indent="0" algn="ctr">
              <a:buNone/>
            </a:pPr>
            <a:r>
              <a:rPr lang="en-GB" dirty="0"/>
              <a:t>           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EDAE6A-E8C3-CE0F-955B-92F820DAF122}"/>
              </a:ext>
            </a:extLst>
          </p:cNvPr>
          <p:cNvSpPr txBox="1"/>
          <p:nvPr/>
        </p:nvSpPr>
        <p:spPr>
          <a:xfrm>
            <a:off x="1137037" y="61287"/>
            <a:ext cx="92473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Service provider part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8408E-5F7E-24A3-07DF-9B9784489C02}"/>
              </a:ext>
            </a:extLst>
          </p:cNvPr>
          <p:cNvSpPr txBox="1"/>
          <p:nvPr/>
        </p:nvSpPr>
        <p:spPr>
          <a:xfrm>
            <a:off x="982191" y="884562"/>
            <a:ext cx="9883133" cy="8894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			       </a:t>
            </a:r>
            <a:r>
              <a:rPr lang="en-US" sz="2400" dirty="0">
                <a:solidFill>
                  <a:srgbClr val="FFFF00"/>
                </a:solidFill>
              </a:rPr>
              <a:t>Neighborship attitude</a:t>
            </a:r>
          </a:p>
          <a:p>
            <a:endParaRPr lang="en-US" sz="2000" dirty="0">
              <a:solidFill>
                <a:srgbClr val="FFFF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2"/>
                </a:solidFill>
              </a:rPr>
              <a:t>Route reflector neighborship ( RR )</a:t>
            </a:r>
          </a:p>
          <a:p>
            <a:endParaRPr lang="en-US" sz="1800" dirty="0">
              <a:solidFill>
                <a:schemeClr val="bg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2"/>
                </a:solidFill>
              </a:rPr>
              <a:t>Provider edge neighborship ( Client )</a:t>
            </a:r>
          </a:p>
          <a:p>
            <a:endParaRPr lang="en-US" sz="1800" dirty="0">
              <a:solidFill>
                <a:schemeClr val="bg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2"/>
                </a:solidFill>
              </a:rPr>
              <a:t> RR cluster ID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2"/>
                </a:solidFill>
              </a:rPr>
              <a:t>Originator ID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FFFF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FFFF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FFFF00"/>
              </a:solidFill>
            </a:endParaRPr>
          </a:p>
          <a:p>
            <a:endParaRPr lang="en-US" sz="2000" dirty="0">
              <a:solidFill>
                <a:srgbClr val="FFFF00"/>
              </a:solidFill>
            </a:endParaRPr>
          </a:p>
          <a:p>
            <a:r>
              <a:rPr lang="en-US" sz="1800" dirty="0">
                <a:solidFill>
                  <a:schemeClr val="bg2"/>
                </a:solidFill>
              </a:rPr>
              <a:t>	</a:t>
            </a:r>
          </a:p>
          <a:p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FFFF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6" name="Picture 5" descr="A diagram of a cluster&#10;&#10;Description automatically generated">
            <a:extLst>
              <a:ext uri="{FF2B5EF4-FFF2-40B4-BE49-F238E27FC236}">
                <a16:creationId xmlns:a16="http://schemas.microsoft.com/office/drawing/2014/main" id="{B2F10CC0-8739-7762-4E86-784C1EB19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1830" y="895373"/>
            <a:ext cx="3670169" cy="2790508"/>
          </a:xfrm>
          <a:prstGeom prst="rect">
            <a:avLst/>
          </a:prstGeom>
        </p:spPr>
      </p:pic>
      <p:pic>
        <p:nvPicPr>
          <p:cNvPr id="7" name="Picture 6" descr="A picture containing text, diagram, screenshot, circle&#10;&#10;Description automatically generated">
            <a:extLst>
              <a:ext uri="{FF2B5EF4-FFF2-40B4-BE49-F238E27FC236}">
                <a16:creationId xmlns:a16="http://schemas.microsoft.com/office/drawing/2014/main" id="{092EBD32-B3BD-0B8C-C368-7AA7E328F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1829" y="3742998"/>
            <a:ext cx="3670169" cy="3053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333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890883" y="1256982"/>
            <a:ext cx="9883133" cy="3789981"/>
          </a:xfrm>
        </p:spPr>
        <p:txBody>
          <a:bodyPr>
            <a:normAutofit/>
          </a:bodyPr>
          <a:lstStyle/>
          <a:p>
            <a:pPr marL="114300" lvl="0" indent="0" algn="ctr">
              <a:buNone/>
            </a:pPr>
            <a:r>
              <a:rPr lang="en-GB" dirty="0"/>
              <a:t>           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EDAE6A-E8C3-CE0F-955B-92F820DAF122}"/>
              </a:ext>
            </a:extLst>
          </p:cNvPr>
          <p:cNvSpPr txBox="1"/>
          <p:nvPr/>
        </p:nvSpPr>
        <p:spPr>
          <a:xfrm>
            <a:off x="1137037" y="61287"/>
            <a:ext cx="92473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Service provider part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8408E-5F7E-24A3-07DF-9B9784489C02}"/>
              </a:ext>
            </a:extLst>
          </p:cNvPr>
          <p:cNvSpPr txBox="1"/>
          <p:nvPr/>
        </p:nvSpPr>
        <p:spPr>
          <a:xfrm>
            <a:off x="819153" y="803081"/>
            <a:ext cx="9883133" cy="9694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		 </a:t>
            </a:r>
            <a:r>
              <a:rPr lang="en-US" sz="2400" dirty="0">
                <a:solidFill>
                  <a:srgbClr val="FFFF00"/>
                </a:solidFill>
              </a:rPr>
              <a:t>Implementation of protocols and features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2"/>
                </a:solidFill>
              </a:rPr>
              <a:t>OSPF ( for pingable network )</a:t>
            </a:r>
          </a:p>
          <a:p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2"/>
                </a:solidFill>
              </a:rPr>
              <a:t>BGP ( External Neighborship 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2"/>
                </a:solidFill>
              </a:rPr>
              <a:t>BGP Router reflector ( Internal Neighborship 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2"/>
                </a:solidFill>
              </a:rPr>
              <a:t>Multi-protocol BGP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2"/>
                </a:solidFill>
              </a:rPr>
              <a:t>VPNV4 address family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bg2"/>
                </a:solidFill>
              </a:rPr>
              <a:t>Route distinguisher ( 96 bits 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bg2"/>
                </a:solidFill>
              </a:rPr>
              <a:t>Route target ( 64 bits  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2"/>
                </a:solidFill>
              </a:rPr>
              <a:t>MPLS activation ( LDP Protocol 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bg2"/>
                </a:solidFill>
              </a:rPr>
              <a:t>BGP and MPLS Authentication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FFFF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FFFF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FFFF00"/>
              </a:solidFill>
            </a:endParaRPr>
          </a:p>
          <a:p>
            <a:endParaRPr lang="en-US" sz="2000" dirty="0">
              <a:solidFill>
                <a:srgbClr val="FFFF00"/>
              </a:solidFill>
            </a:endParaRPr>
          </a:p>
          <a:p>
            <a:r>
              <a:rPr lang="en-US" sz="1800" dirty="0">
                <a:solidFill>
                  <a:schemeClr val="bg2"/>
                </a:solidFill>
              </a:rPr>
              <a:t>	</a:t>
            </a:r>
          </a:p>
          <a:p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FFFF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899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F2A23E87-684D-83F0-9425-103063AC5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564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router&#10;&#10;Description automatically generated">
            <a:extLst>
              <a:ext uri="{FF2B5EF4-FFF2-40B4-BE49-F238E27FC236}">
                <a16:creationId xmlns:a16="http://schemas.microsoft.com/office/drawing/2014/main" id="{C0F244D2-5964-3DF0-B135-62C1D144D5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579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822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890883" y="1256982"/>
            <a:ext cx="9883133" cy="3789981"/>
          </a:xfrm>
        </p:spPr>
        <p:txBody>
          <a:bodyPr>
            <a:normAutofit/>
          </a:bodyPr>
          <a:lstStyle/>
          <a:p>
            <a:pPr marL="114300" lvl="0" indent="0" algn="ctr">
              <a:buNone/>
            </a:pPr>
            <a:r>
              <a:rPr lang="en-GB" dirty="0"/>
              <a:t>           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EDAE6A-E8C3-CE0F-955B-92F820DAF122}"/>
              </a:ext>
            </a:extLst>
          </p:cNvPr>
          <p:cNvSpPr txBox="1"/>
          <p:nvPr/>
        </p:nvSpPr>
        <p:spPr>
          <a:xfrm>
            <a:off x="1137037" y="61287"/>
            <a:ext cx="92473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Service provider part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8408E-5F7E-24A3-07DF-9B9784489C02}"/>
              </a:ext>
            </a:extLst>
          </p:cNvPr>
          <p:cNvSpPr txBox="1"/>
          <p:nvPr/>
        </p:nvSpPr>
        <p:spPr>
          <a:xfrm>
            <a:off x="699716" y="872480"/>
            <a:ext cx="9883133" cy="9787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			            </a:t>
            </a:r>
            <a:r>
              <a:rPr lang="en-US" sz="2400" dirty="0">
                <a:solidFill>
                  <a:srgbClr val="FFFF00"/>
                </a:solidFill>
              </a:rPr>
              <a:t>Testing and assurance</a:t>
            </a:r>
          </a:p>
          <a:p>
            <a:r>
              <a:rPr lang="en-US" sz="2400" dirty="0">
                <a:solidFill>
                  <a:srgbClr val="FFFF00"/>
                </a:solidFill>
              </a:rPr>
              <a:t>  </a:t>
            </a:r>
            <a:endParaRPr lang="en-US" sz="2000" dirty="0">
              <a:solidFill>
                <a:srgbClr val="FFFF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b="1" kern="100" dirty="0">
                <a:solidFill>
                  <a:schemeClr val="bg2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Verify BGP peering  : </a:t>
            </a:r>
            <a:r>
              <a:rPr lang="en-US" sz="1800" b="1" dirty="0">
                <a:solidFill>
                  <a:schemeClr val="tx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show </a:t>
            </a:r>
            <a:r>
              <a:rPr lang="en-US" sz="1800" b="1" dirty="0" err="1">
                <a:solidFill>
                  <a:schemeClr val="tx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ip</a:t>
            </a:r>
            <a:r>
              <a:rPr lang="en-US" sz="1800" b="1" dirty="0">
                <a:solidFill>
                  <a:schemeClr val="tx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chemeClr val="tx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bgp</a:t>
            </a:r>
            <a:r>
              <a:rPr lang="en-US" sz="1800" b="1" dirty="0">
                <a:solidFill>
                  <a:schemeClr val="tx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summary</a:t>
            </a:r>
            <a:r>
              <a:rPr lang="en-US" sz="1800" dirty="0">
                <a:solidFill>
                  <a:schemeClr val="tx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endParaRPr lang="en-US" sz="18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1800" b="1" kern="1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b="1" kern="100" dirty="0">
                <a:solidFill>
                  <a:schemeClr val="bg2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Verify BGP Routes : </a:t>
            </a:r>
            <a:r>
              <a:rPr lang="en-US" sz="1800" b="1" dirty="0">
                <a:solidFill>
                  <a:schemeClr val="tx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show </a:t>
            </a:r>
            <a:r>
              <a:rPr lang="en-US" sz="1800" b="1" dirty="0" err="1">
                <a:solidFill>
                  <a:schemeClr val="tx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ip</a:t>
            </a:r>
            <a:r>
              <a:rPr lang="en-US" sz="1800" b="1" dirty="0">
                <a:solidFill>
                  <a:schemeClr val="tx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800" b="1" dirty="0" err="1">
                <a:solidFill>
                  <a:schemeClr val="tx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bgp</a:t>
            </a:r>
            <a:endParaRPr lang="en-US" sz="1800" b="1" dirty="0">
              <a:solidFill>
                <a:schemeClr val="tx1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sz="1800" b="1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1800" b="1" kern="1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b="1" kern="100" dirty="0">
                <a:solidFill>
                  <a:schemeClr val="bg2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Verify MP-BGP Configuration</a:t>
            </a:r>
            <a:r>
              <a:rPr lang="en-US" sz="1800" b="1" kern="100" dirty="0">
                <a:solidFill>
                  <a:schemeClr val="tx1">
                    <a:lumMod val="75000"/>
                  </a:schemeClr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800" b="1" kern="100" dirty="0">
                <a:solidFill>
                  <a:schemeClr val="tx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show </a:t>
            </a:r>
            <a:r>
              <a:rPr lang="en-US" sz="1800" b="1" kern="100" dirty="0" err="1">
                <a:solidFill>
                  <a:schemeClr val="tx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bgp</a:t>
            </a:r>
            <a:r>
              <a:rPr lang="en-US" sz="1800" b="1" kern="100" dirty="0">
                <a:solidFill>
                  <a:schemeClr val="tx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vpnv4 unicast all summary</a:t>
            </a:r>
          </a:p>
          <a:p>
            <a:endParaRPr lang="en-US" sz="1800" kern="1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1800" b="1" kern="100" dirty="0">
              <a:solidFill>
                <a:schemeClr val="bg2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1800" b="1" kern="100" dirty="0">
              <a:solidFill>
                <a:schemeClr val="bg2"/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800" b="1" kern="100" dirty="0">
                <a:solidFill>
                  <a:schemeClr val="bg2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Verify MPLS Configuration: </a:t>
            </a:r>
            <a:r>
              <a:rPr lang="en-US" sz="1800" b="1" dirty="0">
                <a:solidFill>
                  <a:schemeClr val="tx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show </a:t>
            </a:r>
            <a:r>
              <a:rPr lang="en-US" sz="1800" b="1" dirty="0" err="1">
                <a:solidFill>
                  <a:schemeClr val="tx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mpls</a:t>
            </a:r>
            <a:r>
              <a:rPr lang="en-US" sz="1800" b="1" dirty="0">
                <a:solidFill>
                  <a:schemeClr val="tx1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forwarding-table</a:t>
            </a:r>
            <a:endParaRPr lang="en-US" sz="1800" b="1" kern="100" dirty="0">
              <a:solidFill>
                <a:schemeClr val="tx1">
                  <a:lumMod val="75000"/>
                </a:schemeClr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1800" b="1" kern="100" dirty="0">
              <a:solidFill>
                <a:srgbClr val="1F3763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b="1" kern="100" dirty="0">
              <a:solidFill>
                <a:srgbClr val="1F3763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1800" b="1" kern="100" dirty="0">
              <a:solidFill>
                <a:srgbClr val="1F3763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solidFill>
                  <a:schemeClr val="bg2"/>
                </a:solidFill>
              </a:rPr>
              <a:t>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FFFF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FFFF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FFFF00"/>
              </a:solidFill>
            </a:endParaRPr>
          </a:p>
          <a:p>
            <a:endParaRPr lang="en-US" sz="2000" dirty="0">
              <a:solidFill>
                <a:srgbClr val="FFFF00"/>
              </a:solidFill>
            </a:endParaRPr>
          </a:p>
          <a:p>
            <a:r>
              <a:rPr lang="en-US" sz="1800" dirty="0">
                <a:solidFill>
                  <a:schemeClr val="bg2"/>
                </a:solidFill>
              </a:rPr>
              <a:t>	</a:t>
            </a:r>
          </a:p>
          <a:p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solidFill>
                <a:schemeClr val="bg2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FFFF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250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3"/>
          <p:cNvSpPr txBox="1">
            <a:spLocks noGrp="1"/>
          </p:cNvSpPr>
          <p:nvPr>
            <p:ph type="title"/>
          </p:nvPr>
        </p:nvSpPr>
        <p:spPr>
          <a:xfrm>
            <a:off x="1499300" y="1557075"/>
            <a:ext cx="5873400" cy="2446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</a:t>
            </a:r>
            <a:r>
              <a:rPr lang="en" sz="9000">
                <a:solidFill>
                  <a:schemeClr val="accent3"/>
                </a:solidFill>
              </a:rPr>
              <a:t>YOU!</a:t>
            </a:r>
            <a:endParaRPr sz="900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sMania">
  <a:themeElements>
    <a:clrScheme name="Simple Light">
      <a:dk1>
        <a:srgbClr val="FFFFFF"/>
      </a:dk1>
      <a:lt1>
        <a:srgbClr val="16242F"/>
      </a:lt1>
      <a:dk2>
        <a:srgbClr val="FFFFFF"/>
      </a:dk2>
      <a:lt2>
        <a:srgbClr val="1F3240"/>
      </a:lt2>
      <a:accent1>
        <a:srgbClr val="EB8FD8"/>
      </a:accent1>
      <a:accent2>
        <a:srgbClr val="BA94E9"/>
      </a:accent2>
      <a:accent3>
        <a:srgbClr val="B9D4B4"/>
      </a:accent3>
      <a:accent4>
        <a:srgbClr val="F46659"/>
      </a:accent4>
      <a:accent5>
        <a:srgbClr val="FFBC3E"/>
      </a:accent5>
      <a:accent6>
        <a:srgbClr val="1CC549"/>
      </a:accent6>
      <a:hlink>
        <a:srgbClr val="EB8FD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2345</TotalTime>
  <Words>247</Words>
  <Application>Microsoft Office PowerPoint</Application>
  <PresentationFormat>Widescreen</PresentationFormat>
  <Paragraphs>191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Aldrich</vt:lpstr>
      <vt:lpstr>Calibri</vt:lpstr>
      <vt:lpstr>Wingdings</vt:lpstr>
      <vt:lpstr>Roboto</vt:lpstr>
      <vt:lpstr>Arial</vt:lpstr>
      <vt:lpstr>Roboto Mono</vt:lpstr>
      <vt:lpstr>Abril Fatface</vt:lpstr>
      <vt:lpstr>Calibri Light</vt:lpstr>
      <vt:lpstr>SlidesMania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HERE IS WHERE YOU ADD YOUR PRESENTATION TITLE.</dc:title>
  <dc:creator>mohammed samy</dc:creator>
  <cp:lastModifiedBy>abdallah mohamed</cp:lastModifiedBy>
  <cp:revision>93</cp:revision>
  <dcterms:modified xsi:type="dcterms:W3CDTF">2023-07-08T18:15:52Z</dcterms:modified>
</cp:coreProperties>
</file>